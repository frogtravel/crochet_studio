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"/>
            <a:ext cx="2926080" cy="2926080"/>
          </a:xfrm>
          <a:prstGeom prst="ellipse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743200"/>
            <a:ext cx="1828800" cy="1828800"/>
          </a:xfrm>
          <a:prstGeom prst="ellipse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sp>
        <p:nvSpPr>
          <p:cNvPr id="6" name="Text 0"/>
          <p:cNvSpPr/>
          <p:nvPr/>
        </p:nvSpPr>
        <p:spPr>
          <a:xfrm>
            <a:off x="3840480" y="822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Crochet</a:t>
            </a:r>
            <a:endParaRPr lang="en-US" sz="4400" dirty="0"/>
          </a:p>
        </p:txBody>
      </p:sp>
      <p:sp>
        <p:nvSpPr>
          <p:cNvPr id="7" name="Text 1"/>
          <p:cNvSpPr/>
          <p:nvPr/>
        </p:nvSpPr>
        <p:spPr>
          <a:xfrm>
            <a:off x="3840480" y="1691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Crochet Pattern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Generation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384048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Generative AI and Computer Vision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craft patterns humans can trust</a:t>
            </a:r>
            <a:endParaRPr lang="en-US" sz="1300" dirty="0"/>
          </a:p>
        </p:txBody>
      </p:sp>
      <p:sp>
        <p:nvSpPr>
          <p:cNvPr id="9" name="Text 3"/>
          <p:cNvSpPr/>
          <p:nvPr/>
        </p:nvSpPr>
        <p:spPr>
          <a:xfrm>
            <a:off x="384048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Ekaterina Levchenko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548640" y="1371600"/>
            <a:ext cx="54864" cy="3108960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2588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AI-generated crochet patterns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flooding the market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22960" y="22402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are full of crochet instructions generated by AI that have never been tested by a real crafter. Buyers pay for patterns that contain impossible stitch combinations, broken repeat sequences, and nonsensical construction steps.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2296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checking if these AI patterns actually work.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754880" y="1371600"/>
            <a:ext cx="54864" cy="310896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212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Solution: CrochetCV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029200" y="210312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crochet patterns with Generative AI, then verify them with Computer Vision. A YOLOv8n OBB model detects every stitch symbol, reconstructs the scheme, and enables structural validation.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029200" y="3566160"/>
            <a:ext cx="3337560" cy="41148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17" name="Text 11"/>
          <p:cNvSpPr/>
          <p:nvPr/>
        </p:nvSpPr>
        <p:spPr>
          <a:xfrm>
            <a:off x="5029200" y="3566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AI.  Verify with CV.  Trust the result.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Marketplace Reality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560320" cy="256032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560320" cy="256032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2560320" cy="256032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sp>
        <p:nvSpPr>
          <p:cNvPr id="6" name="Text 1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patterns sold online — untested, unverified, often impossible to follow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53" y="1234440"/>
            <a:ext cx="3653094" cy="34747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focus: 2D pipeline</a:t>
            </a:r>
            <a:endParaRPr lang="en-US" sz="3200" dirty="0"/>
          </a:p>
        </p:txBody>
      </p:sp>
      <p:sp>
        <p:nvSpPr>
          <p:cNvPr id="6" name="Text 1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time!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Tiling Strategy</a:t>
            </a:r>
            <a:endParaRPr lang="en-US" sz="36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2926080" cy="182880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00400"/>
            <a:ext cx="2926080" cy="146304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7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8" name="Text 2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271016"/>
            <a:ext cx="320040" cy="3200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508760" y="1216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400" dirty="0"/>
          </a:p>
        </p:txBody>
      </p:sp>
      <p:sp>
        <p:nvSpPr>
          <p:cNvPr id="11" name="Text 4"/>
          <p:cNvSpPr/>
          <p:nvPr/>
        </p:nvSpPr>
        <p:spPr>
          <a:xfrm>
            <a:off x="1508760" y="1490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YOLO pass to measure median stitch size</a:t>
            </a:r>
            <a:endParaRPr lang="en-US" sz="1100" dirty="0"/>
          </a:p>
        </p:txBody>
      </p:sp>
      <p:sp>
        <p:nvSpPr>
          <p:cNvPr id="12" name="Shape 5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3" name="Text 6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048256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0876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150876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tile size so stitches land at ~100 px target resolution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8" name="Text 10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2825496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508760" y="2770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Tile &amp; Detect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1508760" y="3044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tiles with per-tile inference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23" name="Text 14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602736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50876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&amp; NMS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508760" y="3822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coords back, class-aware deduplication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5486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handling high-density patterns of any size without manual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Core: YOLOv8n OBB Detection</a:t>
            </a:r>
            <a:endParaRPr lang="en-US" sz="32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657600" cy="320040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6" name="Shape 1"/>
          <p:cNvSpPr/>
          <p:nvPr/>
        </p:nvSpPr>
        <p:spPr>
          <a:xfrm>
            <a:off x="4572000" y="128016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4572000" y="1280160"/>
            <a:ext cx="54864" cy="960120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89888"/>
            <a:ext cx="320040" cy="320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5780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OBB?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525780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Bounding Boxes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8006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stitches are rotated symbols. Standard axis-aligned boxes fail; OBB captures angle and shape.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4572000" y="23774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4572000" y="2377440"/>
            <a:ext cx="54864" cy="960120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487168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78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model (YOLOv8n)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80060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web app. Generation takes 20 sec to 2 min depending on complexity.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572000" y="347472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572000" y="3474720"/>
            <a:ext cx="54864" cy="960120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58444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stitch classes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800600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single, double, treble, double treble, half double, noise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How I Solved Them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457200" y="13258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57200" y="1325880"/>
            <a:ext cx="256032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7" name="Shape 3"/>
          <p:cNvSpPr/>
          <p:nvPr/>
        </p:nvSpPr>
        <p:spPr>
          <a:xfrm>
            <a:off x="1463040" y="1554480"/>
            <a:ext cx="548640" cy="54864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459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Dataset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4008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oriented bounding box dataset for crochet stitch symbols existed. I manually labeled data, trained an initial model, used it to pre-label more images, then hand-corrected those labels to speed up annotation.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291840" y="13258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3291840" y="1325880"/>
            <a:ext cx="256032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3" name="Shape 8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47472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classical CV (HOG + SVM), various architectures, and different detection approaches before converging on YOLOv8n OBB as the best balance of accuracy, speed, and rotated-symbol handling.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126480" y="13258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126480" y="1325880"/>
            <a:ext cx="256032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9" name="Shape 13"/>
          <p:cNvSpPr/>
          <p:nvPr/>
        </p:nvSpPr>
        <p:spPr>
          <a:xfrm>
            <a:off x="7132320" y="1554480"/>
            <a:ext cx="548640" cy="54864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459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093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Verification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30936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Proofreading schemes requires building a directional graph of stitch connections. The CrochetPARADE DSL can represent this, but code generation from detected JSON is a complex, ongoing task.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Training Strategy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1508760" y="1371600"/>
            <a:ext cx="0" cy="320040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98448" y="1371600"/>
            <a:ext cx="420624" cy="42062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7" name="Text 3"/>
          <p:cNvSpPr/>
          <p:nvPr/>
        </p:nvSpPr>
        <p:spPr>
          <a:xfrm>
            <a:off x="129844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39903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23160" y="1325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Labeling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423160" y="16276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Hand-annotated crochet scheme images with oriented bounding boxes for 7 stitch classes using Label Studio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298448" y="2176272"/>
            <a:ext cx="420624" cy="42062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2" name="Text 7"/>
          <p:cNvSpPr/>
          <p:nvPr/>
        </p:nvSpPr>
        <p:spPr>
          <a:xfrm>
            <a:off x="129844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203704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23160" y="21305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Training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42316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YOLOv8n OBB on the manually labeled dataset to bootstrap the detection pipeline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1298448" y="2980944"/>
            <a:ext cx="420624" cy="42062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7" name="Text 11"/>
          <p:cNvSpPr/>
          <p:nvPr/>
        </p:nvSpPr>
        <p:spPr>
          <a:xfrm>
            <a:off x="129844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008376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423160" y="2935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Semi-Auto Labeling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2423160" y="323697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trained model to pre-label new images, then manually corrected the predictions to increase labeling speed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298448" y="3785616"/>
            <a:ext cx="420624" cy="42062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22" name="Text 15"/>
          <p:cNvSpPr/>
          <p:nvPr/>
        </p:nvSpPr>
        <p:spPr>
          <a:xfrm>
            <a:off x="1298448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3813048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423160" y="37398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Synthesis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2423160" y="40416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synthetic data generation to augment training. While not close enough to replace real data, it contributed to improving the model score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Amigurumi Pipeline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434340" y="1234440"/>
            <a:ext cx="1828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34340" y="1234440"/>
            <a:ext cx="182880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7" name="Shape 3"/>
          <p:cNvSpPr/>
          <p:nvPr/>
        </p:nvSpPr>
        <p:spPr>
          <a:xfrm>
            <a:off x="1165860" y="1371600"/>
            <a:ext cx="365760" cy="36576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8" name="Text 4"/>
          <p:cNvSpPr/>
          <p:nvPr/>
        </p:nvSpPr>
        <p:spPr>
          <a:xfrm>
            <a:off x="11658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257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Image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240280"/>
            <a:ext cx="146304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52578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from prompt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432" y="2697480"/>
            <a:ext cx="219456" cy="21945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583180" y="1234440"/>
            <a:ext cx="1828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2583180" y="1234440"/>
            <a:ext cx="182880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5" name="Shape 9"/>
          <p:cNvSpPr/>
          <p:nvPr/>
        </p:nvSpPr>
        <p:spPr>
          <a:xfrm>
            <a:off x="3314700" y="1371600"/>
            <a:ext cx="365760" cy="36576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16" name="Text 10"/>
          <p:cNvSpPr/>
          <p:nvPr/>
        </p:nvSpPr>
        <p:spPr>
          <a:xfrm>
            <a:off x="33147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26746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Mesh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060" y="2240280"/>
            <a:ext cx="146304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19" name="Text 12"/>
          <p:cNvSpPr/>
          <p:nvPr/>
        </p:nvSpPr>
        <p:spPr>
          <a:xfrm>
            <a:off x="267462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Hunyuan3D converts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image → 3D model (.glb)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2697480"/>
            <a:ext cx="219456" cy="21945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732020" y="1234440"/>
            <a:ext cx="1828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732020" y="1234440"/>
            <a:ext cx="182880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3" name="Shape 15"/>
          <p:cNvSpPr/>
          <p:nvPr/>
        </p:nvSpPr>
        <p:spPr>
          <a:xfrm>
            <a:off x="5463540" y="1371600"/>
            <a:ext cx="365760" cy="36576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24" name="Text 16"/>
          <p:cNvSpPr/>
          <p:nvPr/>
        </p:nvSpPr>
        <p:spPr>
          <a:xfrm>
            <a:off x="54635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82346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Slicing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189220" y="2423160"/>
            <a:ext cx="914400" cy="91440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6380" y="2560320"/>
            <a:ext cx="640080" cy="6400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2346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cut into rounds;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measured per layer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2697480"/>
            <a:ext cx="219456" cy="21945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880860" y="1234440"/>
            <a:ext cx="1828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6880860" y="1234440"/>
            <a:ext cx="182880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32" name="Shape 22"/>
          <p:cNvSpPr/>
          <p:nvPr/>
        </p:nvSpPr>
        <p:spPr>
          <a:xfrm>
            <a:off x="7612380" y="1371600"/>
            <a:ext cx="365760" cy="36576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33" name="Text 23"/>
          <p:cNvSpPr/>
          <p:nvPr/>
        </p:nvSpPr>
        <p:spPr>
          <a:xfrm>
            <a:off x="76123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69723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Instructions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7338060" y="2423160"/>
            <a:ext cx="914400" cy="91440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5220" y="2560320"/>
            <a:ext cx="640080" cy="6400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723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Perimeter-to-stitch calibration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amigurumi pattern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74320"/>
            <a:ext cx="822960" cy="822960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Crochet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applies to any domain where AI generates visual plans and CV verifies them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45720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508760"/>
            <a:ext cx="256032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8" name="Shape 4"/>
          <p:cNvSpPr/>
          <p:nvPr/>
        </p:nvSpPr>
        <p:spPr>
          <a:xfrm>
            <a:off x="1417320" y="1737360"/>
            <a:ext cx="640080" cy="64008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856232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floor plan layouts. CV reads walls, rooms, and dimensions. Output: validated CAD drawings.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9184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91840" y="1508760"/>
            <a:ext cx="256032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4" name="Shape 9"/>
          <p:cNvSpPr/>
          <p:nvPr/>
        </p:nvSpPr>
        <p:spPr>
          <a:xfrm>
            <a:off x="4251960" y="1737360"/>
            <a:ext cx="640080" cy="64008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856232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garment sketches. CV extracts pattern pieces and measurements. Output: sewing instructions or 3D model code.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2648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1508760"/>
            <a:ext cx="256032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0" name="Shape 14"/>
          <p:cNvSpPr/>
          <p:nvPr/>
        </p:nvSpPr>
        <p:spPr>
          <a:xfrm>
            <a:off x="7086600" y="1737360"/>
            <a:ext cx="640080" cy="64008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8562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Craft Domain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3093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framework: generative AI creates, computer vision validates structure, domain-specific DSL enables proofreading.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Takeaways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48640" y="128016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548640" y="1280160"/>
            <a:ext cx="54864" cy="3383280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7724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verification via CrochetPARADE DSL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772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directional graph from detected stitches to prove pattern correctness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7772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broken patterns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772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structural errors and suggest repairs using the DSL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7724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training data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772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synthetic data quality to close the domain gap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54880" y="128016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54880" y="1280160"/>
            <a:ext cx="54864" cy="338328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OBB is the right tool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98348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rotated symbol detection in dense craft patterns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9834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labeling was essential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8348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helped but couldn't replace real annotations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98348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CV is a powerful combo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834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fast, verify reliably, applicable beyond crochet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crochet.webapp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pattern  |  Explore the reconstructed scheme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1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2020"/>
            <a:ext cx="914400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Ekaterina Levchenko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Crochet — AI-Powered Pattern Verification</dc:title>
  <dc:subject>PptxGenJS Presentation</dc:subject>
  <dc:creator>Ekaterina Levchenko</dc:creator>
  <cp:lastModifiedBy>Ekaterina Levchenko</cp:lastModifiedBy>
  <cp:revision>1</cp:revision>
  <dcterms:created xsi:type="dcterms:W3CDTF">2026-04-16T18:03:19Z</dcterms:created>
  <dcterms:modified xsi:type="dcterms:W3CDTF">2026-04-16T18:03:19Z</dcterms:modified>
</cp:coreProperties>
</file>