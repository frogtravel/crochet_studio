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CrochetCV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Crochet Pattern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Generation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Generative AI and Computer Vision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validate craft patterns humans can trust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D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Ekaterina Levchenko</a:t>
            </a:r>
            <a:endParaRPr lang="en-US" sz="1400" dirty="0"/>
          </a:p>
        </p:txBody>
      </p:sp>
      <p:pic>
        <p:nvPicPr>
          <p:cNvPr id="6" name="Image 0" descr="/sessions/happy-youthful-rubin/img/gemini_genera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365760"/>
            <a:ext cx="3291840" cy="2194560"/>
          </a:xfrm>
          <a:prstGeom prst="rect">
            <a:avLst/>
          </a:prstGeom>
        </p:spPr>
      </p:pic>
      <p:pic>
        <p:nvPicPr>
          <p:cNvPr id="7" name="Image 1" descr="/sessions/happy-youthful-rubin/img/sche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77440"/>
            <a:ext cx="2926080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1520" y="3931920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63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crochet patterns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flooding the market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1945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marketplaces are full of crochet instructions generated by AI that have never been tested by a real crafter. Buyers pay for patterns that contain impossible stitch combinations, broken repeat sequences, and nonsensical construction steps.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is checking if these AI patterns actually work.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E8F0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463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Solution: CrochetCV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21031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crochet patterns with Generative AI, then verify them with Computer Vision. A YOLOv8n OBB model detects every stitch symbol, reconstructs the scheme, and enables structural validation.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AI.  Verify with CV.  Trust the result.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1417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" y="15544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45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Prompt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560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description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image upload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372" y="226771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03120" y="1371600"/>
            <a:ext cx="1417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37460" y="1554480"/>
            <a:ext cx="548640" cy="548640"/>
          </a:xfrm>
          <a:prstGeom prst="ellipse">
            <a:avLst/>
          </a:prstGeom>
          <a:solidFill>
            <a:srgbClr val="2D1B1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16459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0312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2148840" y="2560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crochet diagram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0732" y="226771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840480" y="1371600"/>
            <a:ext cx="1417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274820" y="1554480"/>
            <a:ext cx="548640" cy="54864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260" y="164592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84048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OBB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886200" y="2560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classify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stitch types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8092" y="2267712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5577840" y="1371600"/>
            <a:ext cx="1417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6012180" y="1554480"/>
            <a:ext cx="548640" cy="548640"/>
          </a:xfrm>
          <a:prstGeom prst="ellipse">
            <a:avLst/>
          </a:prstGeom>
          <a:solidFill>
            <a:srgbClr val="7A9E7E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3620" y="1645920"/>
            <a:ext cx="365760" cy="36576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57784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200" dirty="0"/>
          </a:p>
        </p:txBody>
      </p:sp>
      <p:sp>
        <p:nvSpPr>
          <p:cNvPr id="26" name="Text 17"/>
          <p:cNvSpPr/>
          <p:nvPr/>
        </p:nvSpPr>
        <p:spPr>
          <a:xfrm>
            <a:off x="5623560" y="2560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scheme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export</a:t>
            </a:r>
            <a:endParaRPr lang="en-US" sz="10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5452" y="2267712"/>
            <a:ext cx="219456" cy="21945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7315200" y="1371600"/>
            <a:ext cx="1417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7749540" y="1554480"/>
            <a:ext cx="548640" cy="548640"/>
          </a:xfrm>
          <a:prstGeom prst="ellipse">
            <a:avLst/>
          </a:prstGeom>
          <a:solidFill>
            <a:srgbClr val="7A9E7E"/>
          </a:solidFill>
          <a:ln/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40980" y="1645920"/>
            <a:ext cx="365760" cy="365760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315200" y="22402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7360920" y="25603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DSL graph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23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FastAPI  |  Streamlit  |  YOLOv8 (Ultralytics)  |  Google Gemini  |  CrochetPARADE DSL  |  Hunyuan3D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Core: YOLOv8n OBB Detection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4" name="Image 0" descr="/sessions/happy-youthful-rubin/img/predi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02920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OBB detections (left) and reconstructed scheme (right)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669280" y="1097280"/>
            <a:ext cx="32004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OBB?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852160" y="160020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Oriented Bounding Boxes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Crochet stitches are rotated symbols. Standard axis-aligned boxes fail; OBB captures angle and shape.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model (YOLOv8n)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real-time web app. Generation takes 20 sec to 2 min depending on complexity.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stitch classes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chain, single, double, treble, double treble, half double, fan, ensemble chain, noise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Tiling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4" name="Image 0" descr="/sessions/happy-youthful-rubin/img/ti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4389120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grid with 50 overlapping tiles (190 px effective size)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120640" y="1234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512064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0" y="1188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669280" y="1444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YOLO pass to measure median stitch size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1984248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8"/>
          <p:cNvSpPr/>
          <p:nvPr/>
        </p:nvSpPr>
        <p:spPr>
          <a:xfrm>
            <a:off x="5120640" y="1984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669280" y="193852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0" y="2194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tile size so stitches land at ~100 px target resolution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120640" y="2734056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2"/>
          <p:cNvSpPr/>
          <p:nvPr/>
        </p:nvSpPr>
        <p:spPr>
          <a:xfrm>
            <a:off x="512064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69280" y="268833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&amp; Detect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66928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tiles with per-tile inference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120640" y="3483864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9" name="Text 16"/>
          <p:cNvSpPr/>
          <p:nvPr/>
        </p:nvSpPr>
        <p:spPr>
          <a:xfrm>
            <a:off x="5120640" y="3483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669280" y="343814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NMS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669280" y="36941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coords back, class-aware deduplication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enables handling high-density patterns of any size without manual configuration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How I Solved Them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200400"/>
          </a:xfrm>
          <a:prstGeom prst="rect">
            <a:avLst/>
          </a:prstGeom>
          <a:solidFill>
            <a:srgbClr val="3D2B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oriented bounding box dataset for crochet stitch symbols existed. I manually labeled data, trained an initial model, used it to pre-label more images, then hand-corrected those labels to speed up annotation.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651760" cy="3200400"/>
          </a:xfrm>
          <a:prstGeom prst="rect">
            <a:avLst/>
          </a:prstGeom>
          <a:solidFill>
            <a:srgbClr val="3D2B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3716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20440" y="22860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tried classical CV (HOG + SVM), various architectures, and different detection approaches before converging on YOLOv8n OBB as the best balance of accuracy, speed, and rotated-symbol handling.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3D2B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Verification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228600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Proofreading schemes requires building a directional graph of stitch connections. The CrochetPARADE DSL can represent this, but code generation from detected JSON is a complex, ongoing task.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Training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6576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18872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234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Labeling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234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Hand-annotated crochet scheme images with oriented bounding boxes for 9 stitch classes using Label Studio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13232" y="2514600"/>
            <a:ext cx="36576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" y="210312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Training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1488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YOLOv8n OBB on the manually labeled dataset to bootstrap the detection pipeline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13232" y="3429000"/>
            <a:ext cx="36576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88720" y="301752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71600" y="3063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Semi-Auto Labeling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063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the trained model to pre-label new images, then manually corrected the predictions to increase labeling speed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88720" y="3931920"/>
            <a:ext cx="749808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37160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Synthesis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00400" y="3977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Attempted synthetic data generation to augment training. While not close enough to replace real data, it contributed to improving the model score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Web Application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SSE Backend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192024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progress streaming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 for live UI updates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image or type a text prompt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sec to 2 min generation time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pattern book output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Dual-path routing: 2D charts vs 3D objects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admin page for debugging</a:t>
            </a:r>
            <a:endParaRPr lang="en-US" sz="1200" dirty="0"/>
          </a:p>
        </p:txBody>
      </p:sp>
      <p:pic>
        <p:nvPicPr>
          <p:cNvPr id="8" name="Image 1" descr="/sessions/happy-youthful-rubin/img/generated_mandal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2011680" cy="1463040"/>
          </a:xfrm>
          <a:prstGeom prst="rect">
            <a:avLst/>
          </a:prstGeom>
        </p:spPr>
      </p:pic>
      <p:pic>
        <p:nvPicPr>
          <p:cNvPr id="9" name="Image 2" descr="/sessions/happy-youthful-rubin/img/predictions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34640"/>
            <a:ext cx="4023360" cy="1828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58000" y="1188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Gemini-generated diagram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Bonus: 3D Amigurumi Path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4" name="Image 0" descr="/sessions/happy-youthful-rubin/img/bunny_r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27432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reference image</a:t>
            </a:r>
            <a:endParaRPr lang="en-US" sz="900" dirty="0"/>
          </a:p>
        </p:txBody>
      </p:sp>
      <p:pic>
        <p:nvPicPr>
          <p:cNvPr id="6" name="Image 1" descr="/sessions/happy-youthful-rubin/img/bunny_3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1645920" cy="1645920"/>
          </a:xfrm>
          <a:prstGeom prst="rect">
            <a:avLst/>
          </a:prstGeom>
        </p:spPr>
      </p:pic>
      <p:pic>
        <p:nvPicPr>
          <p:cNvPr id="7" name="Image 2" descr="/sessions/happy-youthful-rubin/img/turtle_re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188720"/>
            <a:ext cx="2743200" cy="1828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91840" y="3063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example: turtle amigurumi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6217920" y="118872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640080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Pipeline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400800" y="1737360"/>
            <a:ext cx="2286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prompt generates reference image via Gemini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Hunyuan3D converts image to 3D mesh (.glb)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is sliced into horizontal rounds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Perimeter-to-stitch calibration generates row-by-row amigurumi instructions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Crochet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applies to any domain where AI generates visual plans and CV verifies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743200"/>
          </a:xfrm>
          <a:prstGeom prst="rect">
            <a:avLst/>
          </a:prstGeom>
          <a:solidFill>
            <a:srgbClr val="3D2B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7373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288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floor plan layouts. CV reads walls, rooms, and dimensions. Output: validated CAD drawings.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554480"/>
            <a:ext cx="2651760" cy="2743200"/>
          </a:xfrm>
          <a:prstGeom prst="rect">
            <a:avLst/>
          </a:prstGeom>
          <a:solidFill>
            <a:srgbClr val="3D2B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737360"/>
            <a:ext cx="640080" cy="640080"/>
          </a:xfrm>
          <a:prstGeom prst="ellipse">
            <a:avLst/>
          </a:prstGeom>
          <a:solidFill>
            <a:srgbClr val="7A9E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288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20440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garment sketches. CV extracts pattern pieces and measurements. Output: sewing instructions or 3D model code.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651760" cy="2743200"/>
          </a:xfrm>
          <a:prstGeom prst="rect">
            <a:avLst/>
          </a:prstGeom>
          <a:solidFill>
            <a:srgbClr val="3D2B2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3760" y="1737360"/>
            <a:ext cx="640080" cy="640080"/>
          </a:xfrm>
          <a:prstGeom prst="ellipse">
            <a:avLst/>
          </a:prstGeom>
          <a:solidFill>
            <a:srgbClr val="D4956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Craft Domain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00800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framework: generative AI creates, computer vision validates structure, domain-specific DSL enables proofreading.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13716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4360" y="18288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verification via CrochetPARADE DSL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directional graph from detected stitches to prove pattern correctness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Auto-fix broken patterns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structural errors and suggest repairs using the DSL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training data</a:t>
            </a:r>
            <a:endParaRPr lang="en-US" sz="12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synthetic data quality to close the domain gap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188720"/>
            <a:ext cx="4023360" cy="3291840"/>
          </a:xfrm>
          <a:prstGeom prst="rect">
            <a:avLst/>
          </a:prstGeom>
          <a:solidFill>
            <a:srgbClr val="E8F0E9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40680" y="1325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83480" y="18288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OBB is the right tool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rotated symbol detection in dense craft patterns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labeling was essential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helped but couldn't replace real annotations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+ CV is a powerful combo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fast, verify reliably, applicable beyond crochet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09728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3657600" y="3200400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crochet.webapp  +  Streamlit Admin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C7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pattern  |  Watch YOLO detect stitches  |  Explore the reconstructed scheme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DF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Ekaterina Levchenko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CrochetCV — AI-Powered Crochet Pattern Verification</dc:title>
  <dc:subject>PptxGenJS Presentation</dc:subject>
  <dc:creator>Ekaterina Levchenko</dc:creator>
  <cp:lastModifiedBy>Ekaterina Levchenko</cp:lastModifiedBy>
  <cp:revision>1</cp:revision>
  <dcterms:created xsi:type="dcterms:W3CDTF">2026-04-16T16:10:48Z</dcterms:created>
  <dcterms:modified xsi:type="dcterms:W3CDTF">2026-04-16T16:10:48Z</dcterms:modified>
</cp:coreProperties>
</file>